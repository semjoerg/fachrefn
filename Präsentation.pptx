
<file path=[Content_Types].xml><?xml version="1.0" encoding="utf-8"?>
<Types xmlns="http://schemas.openxmlformats.org/package/2006/content-types">
  <Default Extension="jpeg" ContentType="image/jpeg"/>
  <Default Extension="mp3" ContentType="audio/m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1" r:id="rId3"/>
    <p:sldId id="256" r:id="rId4"/>
    <p:sldId id="257" r:id="rId5"/>
    <p:sldId id="259" r:id="rId6"/>
    <p:sldId id="260"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DA89AA-2C2E-85C9-DF19-E1CA2A132301}"/>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5AC71E02-C086-9D2C-15BF-96A78A2FF3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7C666D08-CD07-B837-CD85-A7BCF1E33930}"/>
              </a:ext>
            </a:extLst>
          </p:cNvPr>
          <p:cNvSpPr>
            <a:spLocks noGrp="1"/>
          </p:cNvSpPr>
          <p:nvPr>
            <p:ph type="dt" sz="half" idx="10"/>
          </p:nvPr>
        </p:nvSpPr>
        <p:spPr/>
        <p:txBody>
          <a:bodyPr/>
          <a:lstStyle/>
          <a:p>
            <a:fld id="{E14B5C0F-7CDF-4BA2-8C00-75F4A3B0A848}" type="datetimeFigureOut">
              <a:rPr lang="de-DE" smtClean="0"/>
              <a:t>04.05.2023</a:t>
            </a:fld>
            <a:endParaRPr lang="de-DE"/>
          </a:p>
        </p:txBody>
      </p:sp>
      <p:sp>
        <p:nvSpPr>
          <p:cNvPr id="5" name="Fußzeilenplatzhalter 4">
            <a:extLst>
              <a:ext uri="{FF2B5EF4-FFF2-40B4-BE49-F238E27FC236}">
                <a16:creationId xmlns:a16="http://schemas.microsoft.com/office/drawing/2014/main" id="{E64B0189-8088-0128-28B2-5A6C4DEC240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F5F61EC1-C538-5DB9-10D0-5E0CE4542C09}"/>
              </a:ext>
            </a:extLst>
          </p:cNvPr>
          <p:cNvSpPr>
            <a:spLocks noGrp="1"/>
          </p:cNvSpPr>
          <p:nvPr>
            <p:ph type="sldNum" sz="quarter" idx="12"/>
          </p:nvPr>
        </p:nvSpPr>
        <p:spPr/>
        <p:txBody>
          <a:bodyPr/>
          <a:lstStyle/>
          <a:p>
            <a:fld id="{FEF8E607-3AC3-4D10-B492-1A4AD40059EB}" type="slidenum">
              <a:rPr lang="de-DE" smtClean="0"/>
              <a:t>‹Nr.›</a:t>
            </a:fld>
            <a:endParaRPr lang="de-DE"/>
          </a:p>
        </p:txBody>
      </p:sp>
    </p:spTree>
    <p:extLst>
      <p:ext uri="{BB962C8B-B14F-4D97-AF65-F5344CB8AC3E}">
        <p14:creationId xmlns:p14="http://schemas.microsoft.com/office/powerpoint/2010/main" val="2051164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77045F-C70C-A969-0433-E6D5EDBEFDFE}"/>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945499BA-D4BE-1E27-55A6-84565914A3F3}"/>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BA10A95-F905-E2E2-04F7-20E3C37E62C6}"/>
              </a:ext>
            </a:extLst>
          </p:cNvPr>
          <p:cNvSpPr>
            <a:spLocks noGrp="1"/>
          </p:cNvSpPr>
          <p:nvPr>
            <p:ph type="dt" sz="half" idx="10"/>
          </p:nvPr>
        </p:nvSpPr>
        <p:spPr/>
        <p:txBody>
          <a:bodyPr/>
          <a:lstStyle/>
          <a:p>
            <a:fld id="{E14B5C0F-7CDF-4BA2-8C00-75F4A3B0A848}" type="datetimeFigureOut">
              <a:rPr lang="de-DE" smtClean="0"/>
              <a:t>04.05.2023</a:t>
            </a:fld>
            <a:endParaRPr lang="de-DE"/>
          </a:p>
        </p:txBody>
      </p:sp>
      <p:sp>
        <p:nvSpPr>
          <p:cNvPr id="5" name="Fußzeilenplatzhalter 4">
            <a:extLst>
              <a:ext uri="{FF2B5EF4-FFF2-40B4-BE49-F238E27FC236}">
                <a16:creationId xmlns:a16="http://schemas.microsoft.com/office/drawing/2014/main" id="{80DC68C0-8795-B3F7-B8FF-84F65425846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BD5D06A-981B-A05F-3906-80DBC9AB4917}"/>
              </a:ext>
            </a:extLst>
          </p:cNvPr>
          <p:cNvSpPr>
            <a:spLocks noGrp="1"/>
          </p:cNvSpPr>
          <p:nvPr>
            <p:ph type="sldNum" sz="quarter" idx="12"/>
          </p:nvPr>
        </p:nvSpPr>
        <p:spPr/>
        <p:txBody>
          <a:bodyPr/>
          <a:lstStyle/>
          <a:p>
            <a:fld id="{FEF8E607-3AC3-4D10-B492-1A4AD40059EB}" type="slidenum">
              <a:rPr lang="de-DE" smtClean="0"/>
              <a:t>‹Nr.›</a:t>
            </a:fld>
            <a:endParaRPr lang="de-DE"/>
          </a:p>
        </p:txBody>
      </p:sp>
    </p:spTree>
    <p:extLst>
      <p:ext uri="{BB962C8B-B14F-4D97-AF65-F5344CB8AC3E}">
        <p14:creationId xmlns:p14="http://schemas.microsoft.com/office/powerpoint/2010/main" val="3102891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AB58E7-CD4A-1BAF-A556-487DD490EB07}"/>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031E38ED-61BC-1359-2457-50E403B08F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7FF2496-E1B2-3DA8-842F-9CE034DFDA8B}"/>
              </a:ext>
            </a:extLst>
          </p:cNvPr>
          <p:cNvSpPr>
            <a:spLocks noGrp="1"/>
          </p:cNvSpPr>
          <p:nvPr>
            <p:ph type="dt" sz="half" idx="10"/>
          </p:nvPr>
        </p:nvSpPr>
        <p:spPr/>
        <p:txBody>
          <a:bodyPr/>
          <a:lstStyle/>
          <a:p>
            <a:fld id="{E14B5C0F-7CDF-4BA2-8C00-75F4A3B0A848}" type="datetimeFigureOut">
              <a:rPr lang="de-DE" smtClean="0"/>
              <a:t>04.05.2023</a:t>
            </a:fld>
            <a:endParaRPr lang="de-DE"/>
          </a:p>
        </p:txBody>
      </p:sp>
      <p:sp>
        <p:nvSpPr>
          <p:cNvPr id="5" name="Fußzeilenplatzhalter 4">
            <a:extLst>
              <a:ext uri="{FF2B5EF4-FFF2-40B4-BE49-F238E27FC236}">
                <a16:creationId xmlns:a16="http://schemas.microsoft.com/office/drawing/2014/main" id="{ADEA2EFB-2C4B-60F5-B96D-09DA859F2C10}"/>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02342B5-D915-477D-FF6D-027981E3A962}"/>
              </a:ext>
            </a:extLst>
          </p:cNvPr>
          <p:cNvSpPr>
            <a:spLocks noGrp="1"/>
          </p:cNvSpPr>
          <p:nvPr>
            <p:ph type="sldNum" sz="quarter" idx="12"/>
          </p:nvPr>
        </p:nvSpPr>
        <p:spPr/>
        <p:txBody>
          <a:bodyPr/>
          <a:lstStyle/>
          <a:p>
            <a:fld id="{FEF8E607-3AC3-4D10-B492-1A4AD40059EB}" type="slidenum">
              <a:rPr lang="de-DE" smtClean="0"/>
              <a:t>‹Nr.›</a:t>
            </a:fld>
            <a:endParaRPr lang="de-DE"/>
          </a:p>
        </p:txBody>
      </p:sp>
    </p:spTree>
    <p:extLst>
      <p:ext uri="{BB962C8B-B14F-4D97-AF65-F5344CB8AC3E}">
        <p14:creationId xmlns:p14="http://schemas.microsoft.com/office/powerpoint/2010/main" val="2966654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F14C22-ADE5-1855-6A6C-56AB1BB7022C}"/>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FE60AE1-94EC-04D7-BD77-8ED85F7A4C9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4D4A6247-D790-E403-F08C-D2A1C97FC6A2}"/>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8D19F15F-D852-B0CB-6FFE-A9029268154B}"/>
              </a:ext>
            </a:extLst>
          </p:cNvPr>
          <p:cNvSpPr>
            <a:spLocks noGrp="1"/>
          </p:cNvSpPr>
          <p:nvPr>
            <p:ph type="dt" sz="half" idx="10"/>
          </p:nvPr>
        </p:nvSpPr>
        <p:spPr/>
        <p:txBody>
          <a:bodyPr/>
          <a:lstStyle/>
          <a:p>
            <a:fld id="{E14B5C0F-7CDF-4BA2-8C00-75F4A3B0A848}" type="datetimeFigureOut">
              <a:rPr lang="de-DE" smtClean="0"/>
              <a:t>04.05.2023</a:t>
            </a:fld>
            <a:endParaRPr lang="de-DE"/>
          </a:p>
        </p:txBody>
      </p:sp>
      <p:sp>
        <p:nvSpPr>
          <p:cNvPr id="6" name="Fußzeilenplatzhalter 5">
            <a:extLst>
              <a:ext uri="{FF2B5EF4-FFF2-40B4-BE49-F238E27FC236}">
                <a16:creationId xmlns:a16="http://schemas.microsoft.com/office/drawing/2014/main" id="{0B1910CF-0CB0-2E24-EEC8-121C43152961}"/>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F018CE3-156A-2D4D-DFA2-5F0C0B7A04FF}"/>
              </a:ext>
            </a:extLst>
          </p:cNvPr>
          <p:cNvSpPr>
            <a:spLocks noGrp="1"/>
          </p:cNvSpPr>
          <p:nvPr>
            <p:ph type="sldNum" sz="quarter" idx="12"/>
          </p:nvPr>
        </p:nvSpPr>
        <p:spPr/>
        <p:txBody>
          <a:bodyPr/>
          <a:lstStyle/>
          <a:p>
            <a:fld id="{FEF8E607-3AC3-4D10-B492-1A4AD40059EB}" type="slidenum">
              <a:rPr lang="de-DE" smtClean="0"/>
              <a:t>‹Nr.›</a:t>
            </a:fld>
            <a:endParaRPr lang="de-DE"/>
          </a:p>
        </p:txBody>
      </p:sp>
    </p:spTree>
    <p:extLst>
      <p:ext uri="{BB962C8B-B14F-4D97-AF65-F5344CB8AC3E}">
        <p14:creationId xmlns:p14="http://schemas.microsoft.com/office/powerpoint/2010/main" val="413072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7E1649-5460-1C4D-43B0-8DB8AE28C9A8}"/>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72ABD4BA-2B3F-9C96-FAD6-8FD6C44929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937F328-A903-71A9-501E-813EA199A15C}"/>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0971C8A4-4E5A-0904-9D56-606BE2553F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DE67D610-25D9-20B7-C3F5-B04E900E002A}"/>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BDCCB584-54AB-6B93-97ED-4BC73347E689}"/>
              </a:ext>
            </a:extLst>
          </p:cNvPr>
          <p:cNvSpPr>
            <a:spLocks noGrp="1"/>
          </p:cNvSpPr>
          <p:nvPr>
            <p:ph type="dt" sz="half" idx="10"/>
          </p:nvPr>
        </p:nvSpPr>
        <p:spPr/>
        <p:txBody>
          <a:bodyPr/>
          <a:lstStyle/>
          <a:p>
            <a:fld id="{E14B5C0F-7CDF-4BA2-8C00-75F4A3B0A848}" type="datetimeFigureOut">
              <a:rPr lang="de-DE" smtClean="0"/>
              <a:t>04.05.2023</a:t>
            </a:fld>
            <a:endParaRPr lang="de-DE"/>
          </a:p>
        </p:txBody>
      </p:sp>
      <p:sp>
        <p:nvSpPr>
          <p:cNvPr id="8" name="Fußzeilenplatzhalter 7">
            <a:extLst>
              <a:ext uri="{FF2B5EF4-FFF2-40B4-BE49-F238E27FC236}">
                <a16:creationId xmlns:a16="http://schemas.microsoft.com/office/drawing/2014/main" id="{E98F868C-3EE9-BF68-5EA3-C521C6572B9A}"/>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F5A077F2-96BF-3115-8A04-3E8A768EA11F}"/>
              </a:ext>
            </a:extLst>
          </p:cNvPr>
          <p:cNvSpPr>
            <a:spLocks noGrp="1"/>
          </p:cNvSpPr>
          <p:nvPr>
            <p:ph type="sldNum" sz="quarter" idx="12"/>
          </p:nvPr>
        </p:nvSpPr>
        <p:spPr/>
        <p:txBody>
          <a:bodyPr/>
          <a:lstStyle/>
          <a:p>
            <a:fld id="{FEF8E607-3AC3-4D10-B492-1A4AD40059EB}" type="slidenum">
              <a:rPr lang="de-DE" smtClean="0"/>
              <a:t>‹Nr.›</a:t>
            </a:fld>
            <a:endParaRPr lang="de-DE"/>
          </a:p>
        </p:txBody>
      </p:sp>
    </p:spTree>
    <p:extLst>
      <p:ext uri="{BB962C8B-B14F-4D97-AF65-F5344CB8AC3E}">
        <p14:creationId xmlns:p14="http://schemas.microsoft.com/office/powerpoint/2010/main" val="131487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9521ED-9505-6E98-0548-B15E82E5EF80}"/>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20AE810B-8F8D-7657-5763-3EC349E5A981}"/>
              </a:ext>
            </a:extLst>
          </p:cNvPr>
          <p:cNvSpPr>
            <a:spLocks noGrp="1"/>
          </p:cNvSpPr>
          <p:nvPr>
            <p:ph type="dt" sz="half" idx="10"/>
          </p:nvPr>
        </p:nvSpPr>
        <p:spPr/>
        <p:txBody>
          <a:bodyPr/>
          <a:lstStyle/>
          <a:p>
            <a:fld id="{E14B5C0F-7CDF-4BA2-8C00-75F4A3B0A848}" type="datetimeFigureOut">
              <a:rPr lang="de-DE" smtClean="0"/>
              <a:t>04.05.2023</a:t>
            </a:fld>
            <a:endParaRPr lang="de-DE"/>
          </a:p>
        </p:txBody>
      </p:sp>
      <p:sp>
        <p:nvSpPr>
          <p:cNvPr id="4" name="Fußzeilenplatzhalter 3">
            <a:extLst>
              <a:ext uri="{FF2B5EF4-FFF2-40B4-BE49-F238E27FC236}">
                <a16:creationId xmlns:a16="http://schemas.microsoft.com/office/drawing/2014/main" id="{B1BA8F00-58AC-DF6D-6807-379A7A2B41B5}"/>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A6EC5BF7-8ED0-700B-DABA-CC257AE040CB}"/>
              </a:ext>
            </a:extLst>
          </p:cNvPr>
          <p:cNvSpPr>
            <a:spLocks noGrp="1"/>
          </p:cNvSpPr>
          <p:nvPr>
            <p:ph type="sldNum" sz="quarter" idx="12"/>
          </p:nvPr>
        </p:nvSpPr>
        <p:spPr/>
        <p:txBody>
          <a:bodyPr/>
          <a:lstStyle/>
          <a:p>
            <a:fld id="{FEF8E607-3AC3-4D10-B492-1A4AD40059EB}" type="slidenum">
              <a:rPr lang="de-DE" smtClean="0"/>
              <a:t>‹Nr.›</a:t>
            </a:fld>
            <a:endParaRPr lang="de-DE"/>
          </a:p>
        </p:txBody>
      </p:sp>
    </p:spTree>
    <p:extLst>
      <p:ext uri="{BB962C8B-B14F-4D97-AF65-F5344CB8AC3E}">
        <p14:creationId xmlns:p14="http://schemas.microsoft.com/office/powerpoint/2010/main" val="3002841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C9673DA0-0F37-2884-C49E-8B468C0E4E9C}"/>
              </a:ext>
            </a:extLst>
          </p:cNvPr>
          <p:cNvSpPr>
            <a:spLocks noGrp="1"/>
          </p:cNvSpPr>
          <p:nvPr>
            <p:ph type="dt" sz="half" idx="10"/>
          </p:nvPr>
        </p:nvSpPr>
        <p:spPr/>
        <p:txBody>
          <a:bodyPr/>
          <a:lstStyle/>
          <a:p>
            <a:fld id="{E14B5C0F-7CDF-4BA2-8C00-75F4A3B0A848}" type="datetimeFigureOut">
              <a:rPr lang="de-DE" smtClean="0"/>
              <a:t>04.05.2023</a:t>
            </a:fld>
            <a:endParaRPr lang="de-DE"/>
          </a:p>
        </p:txBody>
      </p:sp>
      <p:sp>
        <p:nvSpPr>
          <p:cNvPr id="3" name="Fußzeilenplatzhalter 2">
            <a:extLst>
              <a:ext uri="{FF2B5EF4-FFF2-40B4-BE49-F238E27FC236}">
                <a16:creationId xmlns:a16="http://schemas.microsoft.com/office/drawing/2014/main" id="{6ABB0D9F-15C9-8A88-D0A2-14DAC5A4429C}"/>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BE67D4B-C23F-E69E-A52C-35343ED06D8C}"/>
              </a:ext>
            </a:extLst>
          </p:cNvPr>
          <p:cNvSpPr>
            <a:spLocks noGrp="1"/>
          </p:cNvSpPr>
          <p:nvPr>
            <p:ph type="sldNum" sz="quarter" idx="12"/>
          </p:nvPr>
        </p:nvSpPr>
        <p:spPr/>
        <p:txBody>
          <a:bodyPr/>
          <a:lstStyle/>
          <a:p>
            <a:fld id="{FEF8E607-3AC3-4D10-B492-1A4AD40059EB}" type="slidenum">
              <a:rPr lang="de-DE" smtClean="0"/>
              <a:t>‹Nr.›</a:t>
            </a:fld>
            <a:endParaRPr lang="de-DE"/>
          </a:p>
        </p:txBody>
      </p:sp>
    </p:spTree>
    <p:extLst>
      <p:ext uri="{BB962C8B-B14F-4D97-AF65-F5344CB8AC3E}">
        <p14:creationId xmlns:p14="http://schemas.microsoft.com/office/powerpoint/2010/main" val="1060673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94EE75-B1A1-9CB0-3D47-D27CB1D9DA6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74EE8038-53F5-E3BC-B73C-F95EF460B5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6E9EF3AF-B03F-FB91-E18D-719ECF4A56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4437CEF-8D10-8255-EDC5-FCD1E6E34452}"/>
              </a:ext>
            </a:extLst>
          </p:cNvPr>
          <p:cNvSpPr>
            <a:spLocks noGrp="1"/>
          </p:cNvSpPr>
          <p:nvPr>
            <p:ph type="dt" sz="half" idx="10"/>
          </p:nvPr>
        </p:nvSpPr>
        <p:spPr/>
        <p:txBody>
          <a:bodyPr/>
          <a:lstStyle/>
          <a:p>
            <a:fld id="{E14B5C0F-7CDF-4BA2-8C00-75F4A3B0A848}" type="datetimeFigureOut">
              <a:rPr lang="de-DE" smtClean="0"/>
              <a:t>04.05.2023</a:t>
            </a:fld>
            <a:endParaRPr lang="de-DE"/>
          </a:p>
        </p:txBody>
      </p:sp>
      <p:sp>
        <p:nvSpPr>
          <p:cNvPr id="6" name="Fußzeilenplatzhalter 5">
            <a:extLst>
              <a:ext uri="{FF2B5EF4-FFF2-40B4-BE49-F238E27FC236}">
                <a16:creationId xmlns:a16="http://schemas.microsoft.com/office/drawing/2014/main" id="{3DC325E2-3C63-C1AB-EBE6-0FAA847E038E}"/>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1C5BBB6-B5FC-40CF-C14D-47D3ADA0A737}"/>
              </a:ext>
            </a:extLst>
          </p:cNvPr>
          <p:cNvSpPr>
            <a:spLocks noGrp="1"/>
          </p:cNvSpPr>
          <p:nvPr>
            <p:ph type="sldNum" sz="quarter" idx="12"/>
          </p:nvPr>
        </p:nvSpPr>
        <p:spPr/>
        <p:txBody>
          <a:bodyPr/>
          <a:lstStyle/>
          <a:p>
            <a:fld id="{FEF8E607-3AC3-4D10-B492-1A4AD40059EB}" type="slidenum">
              <a:rPr lang="de-DE" smtClean="0"/>
              <a:t>‹Nr.›</a:t>
            </a:fld>
            <a:endParaRPr lang="de-DE"/>
          </a:p>
        </p:txBody>
      </p:sp>
    </p:spTree>
    <p:extLst>
      <p:ext uri="{BB962C8B-B14F-4D97-AF65-F5344CB8AC3E}">
        <p14:creationId xmlns:p14="http://schemas.microsoft.com/office/powerpoint/2010/main" val="976261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DF232F-0BC6-F08D-569A-BB19E191CC4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CE303E73-A9DB-80B6-3166-2149782D83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77A4BEF0-0C75-3567-50B7-8F5E5C86E4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AA02094D-F8FF-E292-0525-51DADC7CC9B6}"/>
              </a:ext>
            </a:extLst>
          </p:cNvPr>
          <p:cNvSpPr>
            <a:spLocks noGrp="1"/>
          </p:cNvSpPr>
          <p:nvPr>
            <p:ph type="dt" sz="half" idx="10"/>
          </p:nvPr>
        </p:nvSpPr>
        <p:spPr/>
        <p:txBody>
          <a:bodyPr/>
          <a:lstStyle/>
          <a:p>
            <a:fld id="{E14B5C0F-7CDF-4BA2-8C00-75F4A3B0A848}" type="datetimeFigureOut">
              <a:rPr lang="de-DE" smtClean="0"/>
              <a:t>04.05.2023</a:t>
            </a:fld>
            <a:endParaRPr lang="de-DE"/>
          </a:p>
        </p:txBody>
      </p:sp>
      <p:sp>
        <p:nvSpPr>
          <p:cNvPr id="6" name="Fußzeilenplatzhalter 5">
            <a:extLst>
              <a:ext uri="{FF2B5EF4-FFF2-40B4-BE49-F238E27FC236}">
                <a16:creationId xmlns:a16="http://schemas.microsoft.com/office/drawing/2014/main" id="{0801A765-02C9-2B59-02DB-C644BF5DFF2C}"/>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83F18A3D-AB6F-4172-EB51-7CB7A5D95DF8}"/>
              </a:ext>
            </a:extLst>
          </p:cNvPr>
          <p:cNvSpPr>
            <a:spLocks noGrp="1"/>
          </p:cNvSpPr>
          <p:nvPr>
            <p:ph type="sldNum" sz="quarter" idx="12"/>
          </p:nvPr>
        </p:nvSpPr>
        <p:spPr/>
        <p:txBody>
          <a:bodyPr/>
          <a:lstStyle/>
          <a:p>
            <a:fld id="{FEF8E607-3AC3-4D10-B492-1A4AD40059EB}" type="slidenum">
              <a:rPr lang="de-DE" smtClean="0"/>
              <a:t>‹Nr.›</a:t>
            </a:fld>
            <a:endParaRPr lang="de-DE"/>
          </a:p>
        </p:txBody>
      </p:sp>
    </p:spTree>
    <p:extLst>
      <p:ext uri="{BB962C8B-B14F-4D97-AF65-F5344CB8AC3E}">
        <p14:creationId xmlns:p14="http://schemas.microsoft.com/office/powerpoint/2010/main" val="2902745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3D3BF9-3AC3-A548-41E7-FDC26882A366}"/>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05FC9B72-AA61-5F8C-221C-2EC3AD716BC6}"/>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A964F06-03A8-E740-8E86-28BE13155559}"/>
              </a:ext>
            </a:extLst>
          </p:cNvPr>
          <p:cNvSpPr>
            <a:spLocks noGrp="1"/>
          </p:cNvSpPr>
          <p:nvPr>
            <p:ph type="dt" sz="half" idx="10"/>
          </p:nvPr>
        </p:nvSpPr>
        <p:spPr/>
        <p:txBody>
          <a:bodyPr/>
          <a:lstStyle/>
          <a:p>
            <a:fld id="{E14B5C0F-7CDF-4BA2-8C00-75F4A3B0A848}" type="datetimeFigureOut">
              <a:rPr lang="de-DE" smtClean="0"/>
              <a:t>04.05.2023</a:t>
            </a:fld>
            <a:endParaRPr lang="de-DE"/>
          </a:p>
        </p:txBody>
      </p:sp>
      <p:sp>
        <p:nvSpPr>
          <p:cNvPr id="5" name="Fußzeilenplatzhalter 4">
            <a:extLst>
              <a:ext uri="{FF2B5EF4-FFF2-40B4-BE49-F238E27FC236}">
                <a16:creationId xmlns:a16="http://schemas.microsoft.com/office/drawing/2014/main" id="{B6096C70-6BAD-8FDE-8AB3-3C60EC26C8AF}"/>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7967FFF-39FC-ED4D-180E-4A43B4D87A51}"/>
              </a:ext>
            </a:extLst>
          </p:cNvPr>
          <p:cNvSpPr>
            <a:spLocks noGrp="1"/>
          </p:cNvSpPr>
          <p:nvPr>
            <p:ph type="sldNum" sz="quarter" idx="12"/>
          </p:nvPr>
        </p:nvSpPr>
        <p:spPr/>
        <p:txBody>
          <a:bodyPr/>
          <a:lstStyle/>
          <a:p>
            <a:fld id="{FEF8E607-3AC3-4D10-B492-1A4AD40059EB}" type="slidenum">
              <a:rPr lang="de-DE" smtClean="0"/>
              <a:t>‹Nr.›</a:t>
            </a:fld>
            <a:endParaRPr lang="de-DE"/>
          </a:p>
        </p:txBody>
      </p:sp>
    </p:spTree>
    <p:extLst>
      <p:ext uri="{BB962C8B-B14F-4D97-AF65-F5344CB8AC3E}">
        <p14:creationId xmlns:p14="http://schemas.microsoft.com/office/powerpoint/2010/main" val="2647526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AA9614F6-FC47-B1ED-8FCE-ECE2176FDEF7}"/>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734AC53C-2D00-D729-550F-1D3E7E6A3CB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00886B1D-3A2C-FC55-A226-984E18851423}"/>
              </a:ext>
            </a:extLst>
          </p:cNvPr>
          <p:cNvSpPr>
            <a:spLocks noGrp="1"/>
          </p:cNvSpPr>
          <p:nvPr>
            <p:ph type="dt" sz="half" idx="10"/>
          </p:nvPr>
        </p:nvSpPr>
        <p:spPr/>
        <p:txBody>
          <a:bodyPr/>
          <a:lstStyle/>
          <a:p>
            <a:fld id="{E14B5C0F-7CDF-4BA2-8C00-75F4A3B0A848}" type="datetimeFigureOut">
              <a:rPr lang="de-DE" smtClean="0"/>
              <a:t>04.05.2023</a:t>
            </a:fld>
            <a:endParaRPr lang="de-DE"/>
          </a:p>
        </p:txBody>
      </p:sp>
      <p:sp>
        <p:nvSpPr>
          <p:cNvPr id="5" name="Fußzeilenplatzhalter 4">
            <a:extLst>
              <a:ext uri="{FF2B5EF4-FFF2-40B4-BE49-F238E27FC236}">
                <a16:creationId xmlns:a16="http://schemas.microsoft.com/office/drawing/2014/main" id="{B5876A4E-CB02-EFA9-4797-E4152D6A66C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C7426CC-95BD-D167-F003-D084578C081E}"/>
              </a:ext>
            </a:extLst>
          </p:cNvPr>
          <p:cNvSpPr>
            <a:spLocks noGrp="1"/>
          </p:cNvSpPr>
          <p:nvPr>
            <p:ph type="sldNum" sz="quarter" idx="12"/>
          </p:nvPr>
        </p:nvSpPr>
        <p:spPr/>
        <p:txBody>
          <a:bodyPr/>
          <a:lstStyle/>
          <a:p>
            <a:fld id="{FEF8E607-3AC3-4D10-B492-1A4AD40059EB}" type="slidenum">
              <a:rPr lang="de-DE" smtClean="0"/>
              <a:t>‹Nr.›</a:t>
            </a:fld>
            <a:endParaRPr lang="de-DE"/>
          </a:p>
        </p:txBody>
      </p:sp>
    </p:spTree>
    <p:extLst>
      <p:ext uri="{BB962C8B-B14F-4D97-AF65-F5344CB8AC3E}">
        <p14:creationId xmlns:p14="http://schemas.microsoft.com/office/powerpoint/2010/main" val="133493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4A1C3D1-DCFC-611D-E128-82AA8B507E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033A49AD-9924-5073-1504-80E134A2AD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F923DEE-AD5A-4C15-D5D6-DB01ABDE80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4B5C0F-7CDF-4BA2-8C00-75F4A3B0A848}" type="datetimeFigureOut">
              <a:rPr lang="de-DE" smtClean="0"/>
              <a:t>04.05.2023</a:t>
            </a:fld>
            <a:endParaRPr lang="de-DE"/>
          </a:p>
        </p:txBody>
      </p:sp>
      <p:sp>
        <p:nvSpPr>
          <p:cNvPr id="5" name="Fußzeilenplatzhalter 4">
            <a:extLst>
              <a:ext uri="{FF2B5EF4-FFF2-40B4-BE49-F238E27FC236}">
                <a16:creationId xmlns:a16="http://schemas.microsoft.com/office/drawing/2014/main" id="{726AF97F-388A-2A16-0287-3A01739521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A7932AD8-41F8-D5DD-C801-A18EDB341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8E607-3AC3-4D10-B492-1A4AD40059EB}" type="slidenum">
              <a:rPr lang="de-DE" smtClean="0"/>
              <a:t>‹Nr.›</a:t>
            </a:fld>
            <a:endParaRPr lang="de-DE"/>
          </a:p>
        </p:txBody>
      </p:sp>
    </p:spTree>
    <p:extLst>
      <p:ext uri="{BB962C8B-B14F-4D97-AF65-F5344CB8AC3E}">
        <p14:creationId xmlns:p14="http://schemas.microsoft.com/office/powerpoint/2010/main" val="3565698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07/relationships/media" Target="../media/media2.mp4"/><Relationship Id="rId7" Type="http://schemas.openxmlformats.org/officeDocument/2006/relationships/image" Target="../media/image2.png"/><Relationship Id="rId2" Type="http://schemas.microsoft.com/office/2007/relationships/media" Target="../media/media1.mp3"/><Relationship Id="rId1" Type="http://schemas.openxmlformats.org/officeDocument/2006/relationships/audio" Target="NULL" TargetMode="External"/><Relationship Id="rId6" Type="http://schemas.openxmlformats.org/officeDocument/2006/relationships/image" Target="../media/image1.jpeg"/><Relationship Id="rId5" Type="http://schemas.openxmlformats.org/officeDocument/2006/relationships/slideLayout" Target="../slideLayouts/slideLayout7.xml"/><Relationship Id="rId4" Type="http://schemas.openxmlformats.org/officeDocument/2006/relationships/video" Target="../media/media2.mp4"/></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4.pn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630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342D049-BEE3-3733-ABB0-ABC5601F2748}"/>
              </a:ext>
            </a:extLst>
          </p:cNvPr>
          <p:cNvSpPr>
            <a:spLocks noGrp="1"/>
          </p:cNvSpPr>
          <p:nvPr>
            <p:ph idx="1"/>
          </p:nvPr>
        </p:nvSpPr>
        <p:spPr>
          <a:xfrm>
            <a:off x="0" y="554831"/>
            <a:ext cx="12192000" cy="5748338"/>
          </a:xfrm>
        </p:spPr>
        <p:txBody>
          <a:bodyPr anchor="ctr">
            <a:noAutofit/>
          </a:bodyPr>
          <a:lstStyle/>
          <a:p>
            <a:pPr marL="0" indent="0" algn="ctr">
              <a:lnSpc>
                <a:spcPct val="80000"/>
              </a:lnSpc>
              <a:spcAft>
                <a:spcPts val="600"/>
              </a:spcAft>
              <a:buNone/>
            </a:pPr>
            <a:r>
              <a:rPr lang="de-DE" sz="3200" dirty="0"/>
              <a:t>„Man weicht der Welt nicht sicherer aus als durch die Kunst, und man verknüpft sich nicht sicherer mit ihr als durch die Kunst.“</a:t>
            </a:r>
          </a:p>
          <a:p>
            <a:pPr marL="0" indent="0" algn="ctr">
              <a:lnSpc>
                <a:spcPct val="80000"/>
              </a:lnSpc>
              <a:spcAft>
                <a:spcPts val="600"/>
              </a:spcAft>
              <a:buNone/>
            </a:pPr>
            <a:r>
              <a:rPr lang="de-DE" sz="3200" dirty="0"/>
              <a:t>Goethe</a:t>
            </a:r>
          </a:p>
        </p:txBody>
      </p:sp>
    </p:spTree>
    <p:extLst>
      <p:ext uri="{BB962C8B-B14F-4D97-AF65-F5344CB8AC3E}">
        <p14:creationId xmlns:p14="http://schemas.microsoft.com/office/powerpoint/2010/main" val="21569826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6"/>
          <a:tile tx="0" ty="0" sx="100000" sy="100000" flip="none" algn="tl"/>
        </a:blipFill>
        <a:effectLst/>
      </p:bgPr>
    </p:bg>
    <p:spTree>
      <p:nvGrpSpPr>
        <p:cNvPr id="1" name=""/>
        <p:cNvGrpSpPr/>
        <p:nvPr/>
      </p:nvGrpSpPr>
      <p:grpSpPr>
        <a:xfrm>
          <a:off x="0" y="0"/>
          <a:ext cx="0" cy="0"/>
          <a:chOff x="0" y="0"/>
          <a:chExt cx="0" cy="0"/>
        </a:xfrm>
      </p:grpSpPr>
      <p:pic>
        <p:nvPicPr>
          <p:cNvPr id="2" name="clock">
            <a:hlinkClick r:id="" action="ppaction://media"/>
            <a:extLst>
              <a:ext uri="{FF2B5EF4-FFF2-40B4-BE49-F238E27FC236}">
                <a16:creationId xmlns:a16="http://schemas.microsoft.com/office/drawing/2014/main" id="{49FDF0CA-4177-5AE6-7A00-12F58DF71766}"/>
              </a:ext>
            </a:extLst>
          </p:cNvPr>
          <p:cNvPicPr>
            <a:picLocks noChangeAspect="1"/>
          </p:cNvPicPr>
          <p:nvPr>
            <a:audioFile r:link="rId1"/>
            <p:extLst>
              <p:ext uri="{DAA4B4D4-6D71-4841-9C94-3DE7FCFB9230}">
                <p14:media xmlns:p14="http://schemas.microsoft.com/office/powerpoint/2010/main" r:embed="rId2">
                  <p14:trim end="67552"/>
                </p14:media>
              </p:ext>
            </p:extLst>
          </p:nvPr>
        </p:nvPicPr>
        <p:blipFill>
          <a:blip r:embed="rId7"/>
          <a:stretch>
            <a:fillRect/>
          </a:stretch>
        </p:blipFill>
        <p:spPr>
          <a:xfrm>
            <a:off x="-629962" y="6370637"/>
            <a:ext cx="487363" cy="487363"/>
          </a:xfrm>
          <a:prstGeom prst="rect">
            <a:avLst/>
          </a:prstGeom>
        </p:spPr>
      </p:pic>
      <p:pic>
        <p:nvPicPr>
          <p:cNvPr id="4" name="2023-05-04 14-33-36_Trim">
            <a:hlinkClick r:id="" action="ppaction://media"/>
            <a:extLst>
              <a:ext uri="{FF2B5EF4-FFF2-40B4-BE49-F238E27FC236}">
                <a16:creationId xmlns:a16="http://schemas.microsoft.com/office/drawing/2014/main" id="{0C66756F-99DF-DB3D-8935-285D66EB11E7}"/>
              </a:ext>
            </a:extLst>
          </p:cNvPr>
          <p:cNvPicPr>
            <a:picLocks noGrp="1" noRot="1" noChangeAspect="1" noMove="1" noResize="1" noEditPoints="1" noAdjustHandles="1" noChangeArrowheads="1" noChangeShapeType="1" noCrop="1"/>
          </p:cNvPicPr>
          <p:nvPr>
            <a:videoFile r:link="rId4"/>
            <p:extLst>
              <p:ext uri="{DAA4B4D4-6D71-4841-9C94-3DE7FCFB9230}">
                <p14:media xmlns:p14="http://schemas.microsoft.com/office/powerpoint/2010/main" r:embed="rId3"/>
              </p:ext>
            </p:extLst>
          </p:nvPr>
        </p:nvPicPr>
        <p:blipFill>
          <a:blip r:embed="rId8"/>
          <a:stretch>
            <a:fillRect/>
          </a:stretch>
        </p:blipFill>
        <p:spPr>
          <a:xfrm>
            <a:off x="3219450" y="-437736"/>
            <a:ext cx="5753100" cy="6858000"/>
          </a:xfrm>
          <a:prstGeom prst="rect">
            <a:avLst/>
          </a:prstGeom>
          <a:ln>
            <a:noFill/>
          </a:ln>
          <a:effectLst>
            <a:outerShdw blurRad="254000" dist="63500" dir="5400000" sx="105000" sy="105000" algn="t" rotWithShape="0">
              <a:srgbClr val="000000">
                <a:alpha val="40000"/>
              </a:srgbClr>
            </a:outerShdw>
          </a:effectLst>
          <a:scene3d>
            <a:camera prst="perspectiveRelaxedModerately" fov="2700000">
              <a:rot lat="20400000" lon="0" rev="0"/>
            </a:camera>
            <a:lightRig rig="soft" dir="t"/>
          </a:scene3d>
          <a:sp3d extrusionH="952500">
            <a:bevelT w="127000" h="127000"/>
            <a:bevelB/>
            <a:extrusionClr>
              <a:srgbClr val="FFFFFF"/>
            </a:extrusionClr>
          </a:sp3d>
        </p:spPr>
      </p:pic>
    </p:spTree>
    <p:extLst>
      <p:ext uri="{BB962C8B-B14F-4D97-AF65-F5344CB8AC3E}">
        <p14:creationId xmlns:p14="http://schemas.microsoft.com/office/powerpoint/2010/main" val="1450978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000"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2"/>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3733" fill="hold"/>
                                        <p:tgtEl>
                                          <p:spTgt spid="4"/>
                                        </p:tgtEl>
                                      </p:cBhvr>
                                    </p:cmd>
                                  </p:childTnLst>
                                </p:cTn>
                              </p:par>
                            </p:childTnLst>
                          </p:cTn>
                        </p:par>
                      </p:childTnLst>
                    </p:cTn>
                  </p:par>
                  <p:par>
                    <p:cTn id="15" fill="hold">
                      <p:stCondLst>
                        <p:cond delay="indefinite"/>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20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19" fill="hold" display="0">
                  <p:stCondLst>
                    <p:cond delay="indefinite"/>
                  </p:stCondLst>
                </p:cTn>
                <p:tgtEl>
                  <p:spTgt spid="4"/>
                </p:tgtEl>
              </p:cMediaNode>
            </p:video>
            <p:seq concurrent="1" nextAc="seek">
              <p:cTn id="20" restart="whenNotActive" fill="hold" evtFilter="cancelBubble" nodeType="interactiveSeq">
                <p:stCondLst>
                  <p:cond evt="onClick" delay="0">
                    <p:tgtEl>
                      <p:spTgt spid="4"/>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4"/>
                                        </p:tgtEl>
                                      </p:cBhvr>
                                    </p:cmd>
                                  </p:childTnLst>
                                </p:cTn>
                              </p:par>
                            </p:childTnLst>
                          </p:cTn>
                        </p:par>
                      </p:childTnLst>
                    </p:cTn>
                  </p:par>
                </p:childTnLst>
              </p:cTn>
              <p:nextCondLst>
                <p:cond evt="onClick" delay="0">
                  <p:tgtEl>
                    <p:spTgt spid="4"/>
                  </p:tgtEl>
                </p:cond>
              </p:nextCondLst>
            </p:seq>
            <p:audio>
              <p:cMediaNode vol="80000" showWhenStopped="0">
                <p:cTn id="25" repeatCount="indefinite" fill="remove"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4"/>
          <a:tile tx="0" ty="0" sx="100000" sy="100000" flip="none" algn="tl"/>
        </a:blipFill>
        <a:effectLst/>
      </p:bgPr>
    </p:bg>
    <p:spTree>
      <p:nvGrpSpPr>
        <p:cNvPr id="1" name=""/>
        <p:cNvGrpSpPr/>
        <p:nvPr/>
      </p:nvGrpSpPr>
      <p:grpSpPr>
        <a:xfrm>
          <a:off x="0" y="0"/>
          <a:ext cx="0" cy="0"/>
          <a:chOff x="0" y="0"/>
          <a:chExt cx="0" cy="0"/>
        </a:xfrm>
      </p:grpSpPr>
      <p:pic>
        <p:nvPicPr>
          <p:cNvPr id="2" name="2023-05-04 14-41-44_Trim">
            <a:hlinkClick r:id="" action="ppaction://media"/>
            <a:extLst>
              <a:ext uri="{FF2B5EF4-FFF2-40B4-BE49-F238E27FC236}">
                <a16:creationId xmlns:a16="http://schemas.microsoft.com/office/drawing/2014/main" id="{BF1266CF-BFBC-EA9A-35A7-B85659F8D924}"/>
              </a:ext>
            </a:extLst>
          </p:cNvPr>
          <p:cNvPicPr>
            <a:picLocks noGrp="1" noRot="1" noChangeAspect="1" noMove="1" noResize="1" noEditPoints="1" noAdjustHandles="1" noChangeArrowheads="1" noChangeShapeType="1" noCrop="1"/>
          </p:cNvPicPr>
          <p:nvPr>
            <a:videoFile r:link="rId2"/>
            <p:extLst>
              <p:ext uri="{DAA4B4D4-6D71-4841-9C94-3DE7FCFB9230}">
                <p14:media xmlns:p14="http://schemas.microsoft.com/office/powerpoint/2010/main" r:embed="rId1"/>
              </p:ext>
            </p:extLst>
          </p:nvPr>
        </p:nvPicPr>
        <p:blipFill>
          <a:blip r:embed="rId5"/>
          <a:stretch>
            <a:fillRect/>
          </a:stretch>
        </p:blipFill>
        <p:spPr>
          <a:xfrm>
            <a:off x="3218400" y="-439200"/>
            <a:ext cx="5753100" cy="6858000"/>
          </a:xfrm>
          <a:prstGeom prst="rect">
            <a:avLst/>
          </a:prstGeom>
          <a:ln>
            <a:noFill/>
          </a:ln>
          <a:effectLst>
            <a:outerShdw blurRad="254000" dist="63500" dir="5400000" sx="105000" sy="105000" algn="t" rotWithShape="0">
              <a:srgbClr val="000000">
                <a:alpha val="40000"/>
              </a:srgbClr>
            </a:outerShdw>
          </a:effectLst>
          <a:scene3d>
            <a:camera prst="perspectiveRelaxedModerately" fov="2700000">
              <a:rot lat="20400000" lon="0" rev="0"/>
            </a:camera>
            <a:lightRig rig="soft" dir="t"/>
          </a:scene3d>
          <a:sp3d extrusionH="952500">
            <a:bevelT w="127000" h="127000"/>
            <a:bevelB/>
            <a:extrusionClr>
              <a:srgbClr val="FFFFFF"/>
            </a:extrusionClr>
          </a:sp3d>
        </p:spPr>
      </p:pic>
    </p:spTree>
    <p:extLst>
      <p:ext uri="{BB962C8B-B14F-4D97-AF65-F5344CB8AC3E}">
        <p14:creationId xmlns:p14="http://schemas.microsoft.com/office/powerpoint/2010/main" val="419483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342D049-BEE3-3733-ABB0-ABC5601F2748}"/>
              </a:ext>
            </a:extLst>
          </p:cNvPr>
          <p:cNvSpPr>
            <a:spLocks noGrp="1"/>
          </p:cNvSpPr>
          <p:nvPr>
            <p:ph idx="1"/>
          </p:nvPr>
        </p:nvSpPr>
        <p:spPr>
          <a:xfrm>
            <a:off x="838200" y="554831"/>
            <a:ext cx="10515600" cy="5748338"/>
          </a:xfrm>
        </p:spPr>
        <p:txBody>
          <a:bodyPr anchor="ctr">
            <a:noAutofit/>
          </a:bodyPr>
          <a:lstStyle/>
          <a:p>
            <a:pPr marL="0" indent="0" algn="just">
              <a:lnSpc>
                <a:spcPct val="80000"/>
              </a:lnSpc>
              <a:spcAft>
                <a:spcPts val="600"/>
              </a:spcAft>
              <a:buNone/>
            </a:pPr>
            <a:r>
              <a:rPr lang="de-DE" sz="3000" dirty="0"/>
              <a:t>»Sie wissen sicher, </a:t>
            </a:r>
            <a:r>
              <a:rPr lang="de-DE" sz="3000" dirty="0" err="1"/>
              <a:t>daß</a:t>
            </a:r>
            <a:r>
              <a:rPr lang="de-DE" sz="3000" dirty="0"/>
              <a:t> die Geschichte der Zivilisation von </a:t>
            </a:r>
            <a:r>
              <a:rPr lang="de-DE" sz="3000" dirty="0" err="1"/>
              <a:t>Lagash</a:t>
            </a:r>
            <a:r>
              <a:rPr lang="de-DE" sz="3000" dirty="0"/>
              <a:t> einen zyklischen Charakter aufweist?«    »Ich weiß«, entgegnete </a:t>
            </a:r>
            <a:r>
              <a:rPr lang="de-DE" sz="3000" dirty="0" err="1"/>
              <a:t>Theremon</a:t>
            </a:r>
            <a:r>
              <a:rPr lang="de-DE" sz="3000" dirty="0"/>
              <a:t> vorsichtig, »</a:t>
            </a:r>
            <a:r>
              <a:rPr lang="de-DE" sz="3000" dirty="0" err="1"/>
              <a:t>daß</a:t>
            </a:r>
            <a:r>
              <a:rPr lang="de-DE" sz="3000" dirty="0"/>
              <a:t> das eine Theorie ist, die die Archäologen zur Zeit vertreten. […] In unserem Jahrhundert stimmen fast alle Wissenschaftler mit dieser Theorie überein. Der zyklische Charakter ist, oder besser gesagt war, eines der großen Geheimnisse. Wir konnten Reihen von Zivilisationen feststellen, genau neun, und wir bemerkten Anzeichen von mehreren anderen Zivilisationen. Alle […] wurden ausnahmslos vom Feuer zerstört, als sie am Höhepunkt ihrer Kultur angelangt waren.    Und niemand konnte sagen, warum das so war. Alle Kulturzentren wurden restlos vom Feuer verschluckt, und nichts blieb übrig, das auf die Ursache dieser Zerstörung schließen ließ.«</a:t>
            </a:r>
          </a:p>
        </p:txBody>
      </p:sp>
    </p:spTree>
    <p:extLst>
      <p:ext uri="{BB962C8B-B14F-4D97-AF65-F5344CB8AC3E}">
        <p14:creationId xmlns:p14="http://schemas.microsoft.com/office/powerpoint/2010/main" val="2894282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4342D049-BEE3-3733-ABB0-ABC5601F2748}"/>
              </a:ext>
            </a:extLst>
          </p:cNvPr>
          <p:cNvSpPr>
            <a:spLocks noGrp="1"/>
          </p:cNvSpPr>
          <p:nvPr>
            <p:ph idx="1"/>
          </p:nvPr>
        </p:nvSpPr>
        <p:spPr>
          <a:xfrm>
            <a:off x="838200" y="554831"/>
            <a:ext cx="10515600" cy="5748338"/>
          </a:xfrm>
        </p:spPr>
        <p:txBody>
          <a:bodyPr anchor="ctr">
            <a:noAutofit/>
          </a:bodyPr>
          <a:lstStyle/>
          <a:p>
            <a:pPr marL="0" indent="0" algn="just">
              <a:lnSpc>
                <a:spcPct val="80000"/>
              </a:lnSpc>
              <a:spcAft>
                <a:spcPts val="600"/>
              </a:spcAft>
              <a:buNone/>
            </a:pPr>
            <a:r>
              <a:rPr lang="de-DE" sz="3000" dirty="0"/>
              <a:t>»Es gab mehrere Erklärungen für diese sich immer wiederholenden Katastrophen, aber sie waren alle mehr oder weniger Ausgeburten der Phantasie. Manche sagen, es gäbe da einen periodischen Feuerregen, andere behaupten, </a:t>
            </a:r>
            <a:r>
              <a:rPr lang="de-DE" sz="3000" dirty="0" err="1"/>
              <a:t>daß</a:t>
            </a:r>
            <a:r>
              <a:rPr lang="de-DE" sz="3000" dirty="0"/>
              <a:t> </a:t>
            </a:r>
            <a:r>
              <a:rPr lang="de-DE" sz="3000" dirty="0" err="1"/>
              <a:t>Lagash</a:t>
            </a:r>
            <a:r>
              <a:rPr lang="de-DE" sz="3000" dirty="0"/>
              <a:t> immer wieder durch eine Sonne fliegt, und noch wildere Dinge hat man sich erzählt. Aber es gibt eine Theorie, die sich von allen anderen unterscheidet, die mehrere Jahrhunderte hindurch überliefert worden ist.«    »Ich weiß. Sie meinen diesen Mythos von den ›Sternen‹, den die </a:t>
            </a:r>
            <a:r>
              <a:rPr lang="de-DE" sz="3000" dirty="0" err="1"/>
              <a:t>Kultisten</a:t>
            </a:r>
            <a:r>
              <a:rPr lang="de-DE" sz="3000" dirty="0"/>
              <a:t> in ihrem Buch der Offenbarung beschreiben.«</a:t>
            </a:r>
          </a:p>
        </p:txBody>
      </p:sp>
    </p:spTree>
    <p:extLst>
      <p:ext uri="{BB962C8B-B14F-4D97-AF65-F5344CB8AC3E}">
        <p14:creationId xmlns:p14="http://schemas.microsoft.com/office/powerpoint/2010/main" val="2937785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260</Words>
  <Application>Microsoft Office PowerPoint</Application>
  <PresentationFormat>Breitbild</PresentationFormat>
  <Paragraphs>4</Paragraphs>
  <Slides>6</Slides>
  <Notes>0</Notes>
  <HiddenSlides>0</HiddenSlides>
  <MMClips>3</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6</vt:i4>
      </vt:variant>
    </vt:vector>
  </HeadingPairs>
  <TitlesOfParts>
    <vt:vector size="10" baseType="lpstr">
      <vt:lpstr>Arial</vt:lpstr>
      <vt:lpstr>Calibri</vt:lpstr>
      <vt:lpstr>Calibri Light</vt:lpstr>
      <vt:lpstr>Office</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
  <cp:lastModifiedBy>Sem Jörg</cp:lastModifiedBy>
  <cp:revision>7</cp:revision>
  <dcterms:created xsi:type="dcterms:W3CDTF">2023-05-04T11:35:58Z</dcterms:created>
  <dcterms:modified xsi:type="dcterms:W3CDTF">2023-05-04T16:10:19Z</dcterms:modified>
</cp:coreProperties>
</file>